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47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160" y="0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CLASH OF THE CLAWS  |  Tech Management, SRI-B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Samsung PRISM 202 ·  GenAI / Productivity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1B2119-2840-3D78-18B2-EC48C139DA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6583680" y="1908548"/>
            <a:ext cx="2673752" cy="34096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EF7F70-3F09-0999-C4BF-C6400A127FB2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A9605-48E7-8D64-636A-EA5C1E237A72}"/>
              </a:ext>
            </a:extLst>
          </p:cNvPr>
          <p:cNvSpPr txBox="1"/>
          <p:nvPr/>
        </p:nvSpPr>
        <p:spPr>
          <a:xfrm>
            <a:off x="1733130" y="481222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645174-D5FF-6BC1-2DEE-C8690C8B13D3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CC7488F-A884-9F41-2F7C-ACE6CB15C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0DE077-D957-025A-E2F0-0B2C08A0518E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61F4547-9703-4389-F066-BBB98DBB30B5}"/>
              </a:ext>
            </a:extLst>
          </p:cNvPr>
          <p:cNvSpPr txBox="1"/>
          <p:nvPr/>
        </p:nvSpPr>
        <p:spPr>
          <a:xfrm>
            <a:off x="201304" y="1562286"/>
            <a:ext cx="582578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&lt;MSRIT AXIOM&gt;</a:t>
            </a:r>
          </a:p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&lt;AI that protects decisions before it causes damage&gt;</a:t>
            </a:r>
          </a:p>
          <a:p>
            <a:pPr algn="ctr"/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&lt;Harsh Raj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Swati Jayaram Kotary&gt;</a:t>
            </a:r>
            <a:b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7B2"/>
                </a:solidFill>
              </a:rPr>
              <a:t>Theme: Productivity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66666"/>
                </a:solidFill>
              </a:rPr>
              <a:t>AI is smart but stateless — every session starts from zero. Engineering teams lose hours reconstructing context that was never properly captured.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2880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81B25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011680" cy="54864"/>
          </a:xfrm>
          <a:prstGeom prst="rect">
            <a:avLst/>
          </a:prstGeom>
          <a:solidFill>
            <a:srgbClr val="E81B25"/>
          </a:solidFill>
          <a:ln w="1270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Critical decisions get lost in AI chats, Slack, WhatsApp. No layer tracks them automatically or flags contradictions before they cause damage.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87168" y="2011680"/>
            <a:ext cx="2011680" cy="288036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7B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87168" y="2011680"/>
            <a:ext cx="2011680" cy="54864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21031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9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It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6896" y="246888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• Engineers using Claude, Cursor, ChatGPT daily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• Team leads onboarding new hires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• CTOs at fast-growing startups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• Any team making decisions across fragmented channels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2011680"/>
            <a:ext cx="2011680" cy="2880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D7D31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2011680"/>
            <a:ext cx="201168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18304" y="21031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8304" y="246888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30-40% of engineering time is wasted on rework from misalignment. As AI accelerates output, undetected contradictions scale with it.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9984" y="2011680"/>
            <a:ext cx="2011680" cy="2880360"/>
          </a:xfrm>
          <a:prstGeom prst="rect">
            <a:avLst/>
          </a:prstGeom>
          <a:solidFill>
            <a:srgbClr val="F5F5F5"/>
          </a:solidFill>
          <a:ln w="1905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29984" y="2011680"/>
            <a:ext cx="201168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39712" y="21031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39712" y="2468880"/>
            <a:ext cx="17922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"Cost of finding the right thing for the specific decision is non-trivial" — Demis Hassabis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"Big opportunity to make a company legible to AI" — Diana Hu, YC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Solution &amp; Gaps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7B2"/>
                </a:solidFill>
              </a:rPr>
              <a:t>Existing Solutions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47318"/>
              </p:ext>
            </p:extLst>
          </p:nvPr>
        </p:nvGraphicFramePr>
        <p:xfrm>
          <a:off x="365760" y="1600200"/>
          <a:ext cx="8332967" cy="2107690"/>
        </p:xfrm>
        <a:graphic>
          <a:graphicData uri="http://schemas.openxmlformats.org/drawingml/2006/table">
            <a:tbl>
              <a:tblPr/>
              <a:tblGrid>
                <a:gridCol w="199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 /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knowledge base for AI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goes stale in weeks. Nobody updates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/ Confluence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 for team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discipline. Decisions aren't captured in flow.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history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old conversations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Re-interprets inconsistently. No structure. No protection.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 stuffing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Shove everything into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"Unsatisfying duct tape" — Demis Hassabis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84057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1B25"/>
                </a:solidFill>
              </a:rPr>
              <a:t>What's Missing / Broken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2608" y="424758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</a:rPr>
              <a:t>No system interprets decisions at the moment they are made. Every tool re-interprets inconsistently at retrieval time. None actively protect against contradictions.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8835" y="3822192"/>
            <a:ext cx="3872285" cy="1321308"/>
          </a:xfrm>
          <a:prstGeom prst="rect">
            <a:avLst/>
          </a:prstGeom>
          <a:solidFill>
            <a:srgbClr val="E8F7FA"/>
          </a:solidFill>
          <a:ln w="1905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596128" y="3886200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7B2"/>
                </a:solidFill>
              </a:rPr>
              <a:t>💡 The Opportunity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239910" y="4160519"/>
            <a:ext cx="3611482" cy="920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</a:rPr>
              <a:t>A layer that captures decisions AS they are made, checks every new proposal in real time, and intercepts contradictions before they land.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Solution — Reasoning Guardian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solidFill>
            <a:srgbClr val="E8F7FA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B2"/>
                </a:solidFill>
              </a:rPr>
              <a:t>Core Insight: Decision = the fundamental unit of memory. Not chat. Not context. Decision.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546A"/>
                </a:solidFill>
              </a:rPr>
              <a:t>What We Built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Two-pass Groq extraction pipeline - detects committed decisions, filters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Full-context contradiction interceptor - LLM sees all active decisions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Semantic query agent - answers 'why did we choose X?' and 'who decided this?'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Git hook - intercepts commits before they land, zero behaviour change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Project-isolated decision graph - per-project memory, team attribution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Live dashboard - timeline, conflicts, resolve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810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</a:rPr>
              <a:t>Key Features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63440" y="2121408"/>
            <a:ext cx="203752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7B2"/>
                </a:solidFill>
              </a:rPr>
              <a:t>⚡  Auto-  Extract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12280" y="2121408"/>
            <a:ext cx="203752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812280" y="2194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1B25"/>
                </a:solidFill>
              </a:rPr>
              <a:t>🚨  Real-time Intercept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3440" y="2990088"/>
            <a:ext cx="203752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472C4"/>
                </a:solidFill>
              </a:rPr>
              <a:t>🔍  Semantic Query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812280" y="2985516"/>
            <a:ext cx="203752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12280" y="3063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0AD47"/>
                </a:solidFill>
              </a:rPr>
              <a:t>🪝  Git Hook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3440" y="3858768"/>
            <a:ext cx="2031558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754880" y="3931920"/>
            <a:ext cx="18486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7D31"/>
                </a:solidFill>
              </a:rPr>
              <a:t>📁  Project   Isolation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12280" y="3867912"/>
            <a:ext cx="203752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03720" y="394563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7B2"/>
                </a:solidFill>
              </a:rPr>
              <a:t>👥  Team Attribution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 / Product Walkthrough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512064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51206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● ● ●   Terminal — git commit interception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"switching to postgresql"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🛡  Reasoning Guardian is checking...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 🚨 CONTRADICTION DETECTED ══╗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89407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    Commit Blocked            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0998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╚════════════════════════════════╝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Past:  "use mongodb for database"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170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New:   "switch to postgresql"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1285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 at: http://localhost:3001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53999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🛡  Commit blocked by Reasoning Guardian.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536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0" y="1929384"/>
            <a:ext cx="320040" cy="320040"/>
          </a:xfrm>
          <a:prstGeom prst="ellipse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0" y="1929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911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</a:rPr>
              <a:t>Normal git commit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21396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No extra steps required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29300" y="2258568"/>
            <a:ext cx="0" cy="29260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669280" y="2587752"/>
            <a:ext cx="320040" cy="3200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5694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</a:rPr>
              <a:t>Guardian checks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27980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Full decision graph scan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29300" y="2916936"/>
            <a:ext cx="0" cy="29260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669280" y="3246120"/>
            <a:ext cx="320040" cy="320040"/>
          </a:xfrm>
          <a:prstGeom prst="ellipse">
            <a:avLst/>
          </a:prstGeom>
          <a:solidFill>
            <a:srgbClr val="E81B25"/>
          </a:solidFill>
          <a:ln w="1270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692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3227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</a:rPr>
              <a:t>Commit blocked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0760" y="34564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With clear explanation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29300" y="3575304"/>
            <a:ext cx="0" cy="29260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69280" y="3904488"/>
            <a:ext cx="320040" cy="32004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0" y="3904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38862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</a:rPr>
              <a:t>Resolve in dashboard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0760" y="41148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See who decided, when, why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29300" y="4233672"/>
            <a:ext cx="0" cy="29260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669280" y="4562856"/>
            <a:ext cx="320040" cy="3200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669280" y="4562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45445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</a:rPr>
              <a:t>Retry — goes through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4717111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Clean. Protected. Recorded.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1212773"/>
            <a:ext cx="84124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7200" y="1205517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546A"/>
                </a:solidFill>
              </a:rPr>
              <a:t>Key Moment: Engineer writes commit normally → Guardian intercepts automatically → Institutional memory protected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&amp;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546A"/>
                </a:solidFill>
              </a:rPr>
              <a:t>System Flow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08760" cy="685800"/>
          </a:xfrm>
          <a:prstGeom prst="rect">
            <a:avLst/>
          </a:prstGeom>
          <a:solidFill>
            <a:srgbClr val="E8F7FA"/>
          </a:solidFill>
          <a:ln w="1905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7B2"/>
                </a:solidFill>
              </a:rPr>
              <a:t>Chat /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097B2"/>
                </a:solidFill>
              </a:rPr>
              <a:t>Git Commit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874520" y="1897380"/>
            <a:ext cx="21031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84832" y="1554480"/>
            <a:ext cx="1508760" cy="685800"/>
          </a:xfrm>
          <a:prstGeom prst="rect">
            <a:avLst/>
          </a:prstGeom>
          <a:solidFill>
            <a:srgbClr val="E8F7FA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84832" y="1554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Decision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Extractor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93592" y="1897380"/>
            <a:ext cx="21031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03904" y="1554480"/>
            <a:ext cx="1508760" cy="685800"/>
          </a:xfrm>
          <a:prstGeom prst="rect">
            <a:avLst/>
          </a:prstGeom>
          <a:solidFill>
            <a:srgbClr val="E8F7FA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03904" y="1554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472C4"/>
                </a:solidFill>
              </a:rPr>
              <a:t>SQLite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4472C4"/>
                </a:solidFill>
              </a:rPr>
              <a:t>Store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2664" y="1897380"/>
            <a:ext cx="21031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22976" y="1554480"/>
            <a:ext cx="1508760" cy="685800"/>
          </a:xfrm>
          <a:prstGeom prst="rect">
            <a:avLst/>
          </a:prstGeom>
          <a:solidFill>
            <a:srgbClr val="E8F7FA"/>
          </a:solidFill>
          <a:ln w="1905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22976" y="1554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1B25"/>
                </a:solidFill>
              </a:rPr>
              <a:t>Contradiction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E81B25"/>
                </a:solidFill>
              </a:rPr>
              <a:t>Interceptor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031736" y="1897380"/>
            <a:ext cx="21031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42048" y="1554480"/>
            <a:ext cx="1508760" cy="685800"/>
          </a:xfrm>
          <a:prstGeom prst="rect">
            <a:avLst/>
          </a:prstGeom>
          <a:solidFill>
            <a:srgbClr val="E8F7FA"/>
          </a:solidFill>
          <a:ln w="1905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42048" y="1554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1B25"/>
                </a:solidFill>
              </a:rPr>
              <a:t>Alert /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E81B25"/>
                </a:solidFill>
              </a:rPr>
              <a:t>Block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760" y="24551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546A"/>
                </a:solidFill>
              </a:rPr>
              <a:t>AI Usage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2902426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Model: Groq — llama-3.3-70b-versatile (free tier, near-instant)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APIs: Groq Chat Completions API for all LLM inference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Agent Runtime: OpenClaw — 4 skills installed in workspace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</a:rPr>
              <a:t>Framework: Node.js + better-sqlite3 + vanilla HTML/CSS/JS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359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</a:rPr>
              <a:t>Tech Stack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33472"/>
          <a:ext cx="4114800" cy="23042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llama-3.3-70b-versatile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(better-sqlite3)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commit-msg (Node.js)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 &amp; Use Cases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60520" cy="1783080"/>
          </a:xfrm>
          <a:prstGeom prst="rect">
            <a:avLst/>
          </a:prstGeom>
          <a:solidFill>
            <a:srgbClr val="F5F5F5"/>
          </a:solidFill>
          <a:ln w="19050">
            <a:solidFill>
              <a:srgbClr val="E81B25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60520" cy="45720"/>
          </a:xfrm>
          <a:prstGeom prst="rect">
            <a:avLst/>
          </a:prstGeom>
          <a:solidFill>
            <a:srgbClr val="E81B25"/>
          </a:solidFill>
          <a:ln w="12700">
            <a:solidFill>
              <a:srgbClr val="E81B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353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1B25"/>
                </a:solidFill>
              </a:rPr>
              <a:t>Scenario 1 — The Forgotten Decision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Team decides MongoDB. 3 weeks later, new engineer proposes PostgreSQL in a commit. Guardian intercepts — shows who decided MongoDB, when, why.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81B25"/>
                </a:solidFill>
              </a:rPr>
              <a:t>→ Hours of debugging prevented. Decision history preserved.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61872"/>
            <a:ext cx="4160520" cy="178308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7B2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36592" y="1261872"/>
            <a:ext cx="4160520" cy="4572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B2"/>
                </a:solidFill>
              </a:rPr>
              <a:t>Scenario 2 — Cross-Team Conflict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Backend team chose JWT. Frontend engineer proposes OAuth in chat. Guardian catches it before any code is written.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97B2"/>
                </a:solidFill>
              </a:rPr>
              <a:t>→ Architecture debate resolved before it becomes technical debt.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4160520" cy="1783080"/>
          </a:xfrm>
          <a:prstGeom prst="rect">
            <a:avLst/>
          </a:prstGeom>
          <a:solidFill>
            <a:srgbClr val="F5F5F5"/>
          </a:solidFill>
          <a:ln w="1905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416052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Scenario 3 — New Engineer Onboarding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" y="35844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New engineer asks 'why do we use MongoDB?' Guardian answers instantly — what was decided, who, what alternatives were rejected.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599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472C4"/>
                </a:solidFill>
              </a:rPr>
              <a:t>→ Onboarding time cut. No archaeology through old chats.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3182112"/>
            <a:ext cx="4160520" cy="1783080"/>
          </a:xfrm>
          <a:prstGeom prst="rect">
            <a:avLst/>
          </a:prstGeom>
          <a:solidFill>
            <a:srgbClr val="F5F5F5"/>
          </a:solidFill>
          <a:ln w="19050">
            <a:solidFill>
              <a:srgbClr val="70AD47"/>
            </a:solidFill>
            <a:prstDash val="solid"/>
          </a:ln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4736592" y="3182112"/>
            <a:ext cx="4160520" cy="457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</a:rPr>
              <a:t>Scenario 4 — Large Organisation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844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10 teams, hundreds of microservices. Each project has isolated decision graph. Full institutional memory — queryable, attributed, protected.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599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0AD47"/>
                </a:solidFill>
              </a:rPr>
              <a:t>→ The company </a:t>
            </a:r>
            <a:r>
              <a:rPr lang="en-US" sz="1100" b="1" i="1" dirty="0">
                <a:solidFill>
                  <a:srgbClr val="70AD47"/>
                </a:solidFill>
              </a:rPr>
              <a:t>becomes</a:t>
            </a:r>
            <a:r>
              <a:rPr lang="en-US" sz="1000" b="1" i="1" dirty="0">
                <a:solidFill>
                  <a:srgbClr val="70AD47"/>
                </a:solidFill>
              </a:rPr>
              <a:t> legible to its own engineers.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solidFill>
            <a:srgbClr val="E8F7FA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546A"/>
                </a:solidFill>
              </a:rPr>
              <a:t>Scale Potential: From a single team to enterprise — each project isolated, all decisions queryable, contradictions impossible to miss at any scale.</a:t>
            </a:r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Differentiation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6A"/>
                </a:solidFill>
              </a:rPr>
              <a:t>We are the first system to treat the engineering decision - not chat, not context - as the fundamental unit of AI memory.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4140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Guardian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 /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Structured decision objects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retrieval (inconsistent)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At commit time (canonical)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reactive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 interception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Automatic Git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silos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Shared, attributed, queryable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6A"/>
                </a:solidFill>
              </a:rPr>
              <a:t>Our MOATs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4645152"/>
            <a:ext cx="4206240" cy="457200"/>
          </a:xfrm>
          <a:prstGeom prst="rect">
            <a:avLst/>
          </a:prstGeom>
          <a:solidFill>
            <a:srgbClr val="E8F7FA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6"/>
          <p:cNvSpPr/>
          <p:nvPr/>
        </p:nvSpPr>
        <p:spPr>
          <a:xfrm>
            <a:off x="457200" y="46451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B2"/>
                </a:solidFill>
              </a:rPr>
              <a:t>MOAT 1: Interpret-before-store inversion – deep, non- obvious architectural insight that powers our system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4645152"/>
            <a:ext cx="406908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00600" y="46451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7D31"/>
                </a:solidFill>
              </a:rPr>
              <a:t>MOAT 2: perfectly embedded in the workflow- zero behaviour change required from engineers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 Link &amp; Submission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B2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github.com/swatikotary/reasoning-guardian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B2"/>
                </a:solidFill>
              </a:rPr>
              <a:t>Demo Link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B2"/>
                </a:solidFill>
              </a:rPr>
              <a:t>localhost:3001  (live demo — run locally)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4864" cy="9144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B2"/>
                </a:solidFill>
              </a:rPr>
              <a:t>Documents Submitted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</a:rPr>
              <a:t>Proposal  ·  Evolution Document  ·  AI Disclosure Form  ·  This PPT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Axiom  ·  Harsh Raj (1MS24CS064)  ·  Swati Jayaram Kotary (1MS24CS226)  ·  MSRIT Bangalore  ·  Samsung PRISM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" y="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Brownie Slide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Bigger Vision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546A"/>
                </a:solidFill>
              </a:rPr>
              <a:t>"There's a big opportunity to build the connective layer that makes a company legible to AI by default. Not another dashboard. If you're building this, we'd love to talk." — Diana Hu, YC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2743200" cy="260604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2743200" cy="4572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B2"/>
                </a:solidFill>
              </a:rPr>
              <a:t>Now — Built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74320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Git hook interception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2186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Dashboard decision graph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694176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OpenClaw skills (4)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16966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Project isolation + team attribution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4645152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Semantic query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304288"/>
            <a:ext cx="2743200" cy="2606040"/>
          </a:xfrm>
          <a:prstGeom prst="rect">
            <a:avLst/>
          </a:prstGeom>
          <a:solidFill>
            <a:srgbClr val="F5F5F5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46120" y="2304288"/>
            <a:ext cx="274320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55848" y="23774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</a:rPr>
              <a:t>Next — Planned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274320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VS Code extension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2186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Codebase drift detection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694176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Slack / GitHub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416966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Intent inference from code diffs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304288"/>
            <a:ext cx="2743200" cy="2606040"/>
          </a:xfrm>
          <a:prstGeom prst="rect">
            <a:avLst/>
          </a:prstGeom>
          <a:solidFill>
            <a:srgbClr val="F5F5F5"/>
          </a:solidFill>
          <a:ln w="1905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26480" y="2304288"/>
            <a:ext cx="274320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36208" y="23774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7D31"/>
                </a:solidFill>
              </a:rPr>
              <a:t>Vision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Context restoration across sessions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32186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Cross-channel decision memory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3694176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Company-wide legibility 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416966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</a:rPr>
              <a:t>• Self-improving decision 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9560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6666"/>
                </a:solidFill>
              </a:rPr>
              <a:t>The problem is real. The architecture is credible. The timing is right.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1173</Words>
  <Application>Microsoft Office PowerPoint</Application>
  <PresentationFormat>On-screen Show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MSRIT_Axiom — Reasoning Guardian</dc:title>
  <dc:subject>PptxGenJS Presentation</dc:subject>
  <dc:creator>PptxGenJS</dc:creator>
  <cp:lastModifiedBy>Harsh Raj</cp:lastModifiedBy>
  <cp:revision>8</cp:revision>
  <dcterms:created xsi:type="dcterms:W3CDTF">2026-05-05T09:49:06Z</dcterms:created>
  <dcterms:modified xsi:type="dcterms:W3CDTF">2026-05-05T19:45:55Z</dcterms:modified>
</cp:coreProperties>
</file>